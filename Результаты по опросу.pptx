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82B0075-C61C-437F-AC47-75F92DDD46A9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BD0DEF-B62D-46D7-B975-89CBE1EAC2A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A7C8F9-64E2-4D5A-9B4E-DE16A84BE10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6A2CCC-4FA4-49C4-9380-44AB65B9939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B13A1E-4245-4C8A-9EC2-910921C74C7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B4AAA6-1A59-4A0E-B988-98A2F368BF0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0BE8EE-64C8-4ED0-A749-CD95162B8A1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202713-9E72-48C7-A471-FE4301D2A2F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2D89DB-58FC-414B-A29F-F63C52937A0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964E58-E309-48F4-90E5-5F9B6D5F628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85577E-7386-4449-AF1B-A01C5C4EEA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C61EA0-D881-4CEC-B99B-029114F832A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8FBE67-DC2F-4C07-B674-5C36EDB96DE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EAD3EF-DD59-407B-B0A4-3D5DEDE5EB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8EAA51-520F-4357-83BE-A2E2497A2E0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984B79-D96D-4DEB-B668-83BBACB3997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8B36E7-59E6-4415-99BE-EB843CA327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1949E8-E813-4682-A07F-5034E5B6B3B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0" y="1281600"/>
            <a:ext cx="12191400" cy="196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Segoe UI Black"/>
                <a:ea typeface="Segoe UI Black"/>
              </a:rPr>
              <a:t>Результаты по опросу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0" y="3429000"/>
            <a:ext cx="12191400" cy="46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Segoe UI Semibold"/>
                <a:ea typeface="Segoe UI Semibold"/>
              </a:rPr>
              <a:t>(8-10 класс, 148 учащихся)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Изображение 3" descr=""/>
          <p:cNvPicPr/>
          <p:nvPr/>
        </p:nvPicPr>
        <p:blipFill>
          <a:blip r:embed="rId1"/>
          <a:stretch/>
        </p:blipFill>
        <p:spPr>
          <a:xfrm>
            <a:off x="230760" y="1660320"/>
            <a:ext cx="5787000" cy="381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Изображение 4" descr=""/>
          <p:cNvPicPr/>
          <p:nvPr/>
        </p:nvPicPr>
        <p:blipFill>
          <a:blip r:embed="rId2"/>
          <a:stretch/>
        </p:blipFill>
        <p:spPr>
          <a:xfrm>
            <a:off x="6553800" y="1563120"/>
            <a:ext cx="5255640" cy="400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Изображение 10" descr=""/>
          <p:cNvPicPr/>
          <p:nvPr/>
        </p:nvPicPr>
        <p:blipFill>
          <a:blip r:embed="rId1"/>
          <a:stretch/>
        </p:blipFill>
        <p:spPr>
          <a:xfrm>
            <a:off x="-278640" y="1219320"/>
            <a:ext cx="6841800" cy="439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Изображение 11" descr=""/>
          <p:cNvPicPr/>
          <p:nvPr/>
        </p:nvPicPr>
        <p:blipFill>
          <a:blip r:embed="rId2"/>
          <a:stretch/>
        </p:blipFill>
        <p:spPr>
          <a:xfrm>
            <a:off x="6095880" y="1004400"/>
            <a:ext cx="6114960" cy="461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Изображение 3" descr=""/>
          <p:cNvPicPr/>
          <p:nvPr/>
        </p:nvPicPr>
        <p:blipFill>
          <a:blip r:embed="rId1"/>
          <a:stretch/>
        </p:blipFill>
        <p:spPr>
          <a:xfrm>
            <a:off x="207000" y="1055160"/>
            <a:ext cx="5482440" cy="46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Изображение 4" descr=""/>
          <p:cNvPicPr/>
          <p:nvPr/>
        </p:nvPicPr>
        <p:blipFill>
          <a:blip r:embed="rId2"/>
          <a:stretch/>
        </p:blipFill>
        <p:spPr>
          <a:xfrm>
            <a:off x="6095880" y="1213200"/>
            <a:ext cx="6613920" cy="425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Изображение 5" descr=""/>
          <p:cNvPicPr/>
          <p:nvPr/>
        </p:nvPicPr>
        <p:blipFill>
          <a:blip r:embed="rId1"/>
          <a:stretch/>
        </p:blipFill>
        <p:spPr>
          <a:xfrm>
            <a:off x="0" y="1461240"/>
            <a:ext cx="6095160" cy="393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Изображение 6" descr=""/>
          <p:cNvPicPr/>
          <p:nvPr/>
        </p:nvPicPr>
        <p:blipFill>
          <a:blip r:embed="rId2"/>
          <a:stretch/>
        </p:blipFill>
        <p:spPr>
          <a:xfrm>
            <a:off x="6141960" y="1556640"/>
            <a:ext cx="6049080" cy="393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Изображение 8" descr=""/>
          <p:cNvPicPr/>
          <p:nvPr/>
        </p:nvPicPr>
        <p:blipFill>
          <a:blip r:embed="rId1"/>
          <a:stretch/>
        </p:blipFill>
        <p:spPr>
          <a:xfrm>
            <a:off x="-684360" y="1782720"/>
            <a:ext cx="7407000" cy="34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Изображение 9" descr=""/>
          <p:cNvPicPr/>
          <p:nvPr/>
        </p:nvPicPr>
        <p:blipFill>
          <a:blip r:embed="rId2"/>
          <a:stretch/>
        </p:blipFill>
        <p:spPr>
          <a:xfrm>
            <a:off x="6316200" y="1583640"/>
            <a:ext cx="5795280" cy="402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LibreOffice/25.8.3.2$Windows_X86_64 LibreOffice_project/8ca8d55c161d602844f5428fa4b58097424e324e</Application>
  <AppVersion>15.0000</AppVersion>
  <Words>0</Words>
  <Paragraphs>0</Paragraphs>
  <Company>Mobile Systems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2017-06-21T13:57:27Z</dcterms:created>
  <dc:creator>Анастасия Сергеева</dc:creator>
  <dc:description/>
  <dc:language>ru-RU</dc:language>
  <cp:lastModifiedBy/>
  <dcterms:modified xsi:type="dcterms:W3CDTF">2026-03-03T09:10:33Z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